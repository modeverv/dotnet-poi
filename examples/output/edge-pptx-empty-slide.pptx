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"/>
  </p:sldMasterIdLst>
  <p:sldIdLst>
    <p:sldId id="256" r:id="rId6"/>
  </p:sldIdLst>
  <p:sldSz cx="9144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theme/theme1.xml" Type="http://schemas.openxmlformats.org/officeDocument/2006/relationships/theme"/><Relationship Id="rId4" Target="tableStyles.xml" Type="http://schemas.openxmlformats.org/officeDocument/2006/relationships/tableStyles"/><Relationship Id="rId6" Target="slides/slide1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2" Target="../theme/theme1.xml" Type="http://schemas.openxmlformats.org/officeDocument/2006/relationships/theme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stStyle/>
    </p:titleStyle>
    <p:bodyStyle>
      <a:lstStyle/>
    </p:bodyStyle>
    <p:otherStyle>
      <a:lstStyle/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