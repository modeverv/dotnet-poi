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theme/theme1.xml" Type="http://schemas.openxmlformats.org/officeDocument/2006/relationships/theme"/><Relationship Id="rId4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