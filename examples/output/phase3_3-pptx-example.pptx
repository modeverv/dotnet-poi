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jpeg" ContentType="image/jpeg"/>
  <Override PartName="/ppt/presentation.xml" ContentType="application/vnd.openxmlformats-officedocument.presentationml.presentation.main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</Types>
</file>

<file path=_rels/.rels><?xml version="1.0" encoding="UTF-8" standalone="yes"?><Relationships xmlns="http://schemas.openxmlformats.org/package/2006/relationships"><Relationship Id="rId1" Target="ppt/presentation.xml" Type="http://schemas.openxmlformats.org/officeDocument/2006/relationships/officeDocument"/></Relationships>
</file>

<file path=ppt/presentation.xml><?xml version="1.0" encoding="utf-8"?>
<p:presentation xmlns:p="http://schemas.openxmlformats.org/presentationml/2006/main" xmlns:a="http://schemas.openxmlformats.org/drawingml/2006/main" xmlns:r="http://schemas.openxmlformats.org/officeDocument/2006/relationships">
  <p:sldMasterIdLst>
    <p:sldMasterId id="2147483648" r:id="rId1"/>
  </p:sldMasterIdLst>
  <p:sldIdLst>
    <p:sldId id="256" r:id="rId6"/>
    <p:sldId id="257" r:id="rId7"/>
    <p:sldId id="258" r:id="rId8"/>
  </p:sldIdLst>
  <p:sldSz cx="9144000" cy="6858000"/>
  <p:notesSz cx="6858000" cy="9144000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_rels/presentation.xml.rels><?xml version="1.0" encoding="UTF-8" standalone="yes"?><Relationships xmlns="http://schemas.openxmlformats.org/package/2006/relationships"><Relationship Id="rId1" Target="slideMasters/slideMaster1.xml" Type="http://schemas.openxmlformats.org/officeDocument/2006/relationships/slideMaster"/><Relationship Id="rId2" Target="presProps.xml" Type="http://schemas.openxmlformats.org/officeDocument/2006/relationships/presProps"/><Relationship Id="rId3" Target="theme/theme1.xml" Type="http://schemas.openxmlformats.org/officeDocument/2006/relationships/theme"/><Relationship Id="rId4" Target="tableStyles.xml" Type="http://schemas.openxmlformats.org/officeDocument/2006/relationships/tableStyles"/><Relationship Id="rId6" Target="slides/slide1.xml" Type="http://schemas.openxmlformats.org/officeDocument/2006/relationships/slide"/><Relationship Id="rId7" Target="slides/slide2.xml" Type="http://schemas.openxmlformats.org/officeDocument/2006/relationships/slide"/><Relationship Id="rId8" Target="slides/slide3.xml" Type="http://schemas.openxmlformats.org/officeDocument/2006/relationships/slide"/></Relationships>
</file>

<file path=ppt/slideLayouts/_rels/slideLayout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slideLayout1.xml><?xml version="1.0" encoding="utf-8"?>
<p:sldLayout xmlns:p="http://schemas.openxmlformats.org/presentationml/2006/main" xmlns:a="http://schemas.openxmlformats.org/drawingml/2006/main" xmlns:r="http://schemas.openxmlformats.org/officeDocument/2006/relationships" type="blank" preserve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arget="../slideLayouts/slideLayout1.xml" Type="http://schemas.openxmlformats.org/officeDocument/2006/relationships/slideLayout"/><Relationship Id="rId2" Target="../theme/theme1.xml" Type="http://schemas.openxmlformats.org/officeDocument/2006/relationships/theme"/></Relationships>
</file>

<file path=ppt/slideMasters/slideMaster1.xml><?xml version="1.0" encoding="utf-8"?>
<p:sldMaster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stStyle/>
    </p:titleStyle>
    <p:bodyStyle>
      <a:lstStyle/>
    </p:bodyStyle>
    <p:otherStyle>
      <a:lstStyle/>
    </p:otherStyle>
  </p:txStyles>
</p:sldMaster>
</file>

<file path=ppt/slides/_rels/slide1.xml.rels><?xml version="1.0" encoding="UTF-8" standalone="yes"?><Relationships xmlns="http://schemas.openxmlformats.org/package/2006/relationships"><Relationship Id="rId1" Target="../slideLayouts/slideLayout1.xml" Type="http://schemas.openxmlformats.org/officeDocument/2006/relationships/slideLayout"/><Relationship Id="rId2" Target="../media/image1.jpeg" Type="http://schemas.openxmlformats.org/officeDocument/2006/relationships/image"/></Relationships>
</file>

<file path=ppt/slides/_rels/slide2.xml.rels><?xml version="1.0" encoding="UTF-8" standalone="yes"?><Relationships xmlns="http://schemas.openxmlformats.org/package/2006/relationships"><Relationship Id="rId1" Target="../slideLayouts/slideLayout1.xml" Type="http://schemas.openxmlformats.org/officeDocument/2006/relationships/slideLayout"/><Relationship Id="rId2" Target="../media/image1.jpeg" Type="http://schemas.openxmlformats.org/officeDocument/2006/relationships/image"/></Relationships>
</file>

<file path=ppt/slides/_rels/slide3.xml.rels><?xml version="1.0" encoding="UTF-8" standalone="yes"?><Relationships xmlns="http://schemas.openxmlformats.org/package/2006/relationships"><Relationship Id="rId1" Target="../slideLayouts/slideLayout1.xml" Type="http://schemas.openxmlformats.org/officeDocument/2006/relationships/slideLayout"/><Relationship Id="rId2" Target="../media/image1.jpeg" Type="http://schemas.openxmlformats.org/officeDocument/2006/relationships/image"/></Relationships>
</file>

<file path=ppt/slides/slide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2700000" flipH="1">
            <a:off x="914400" y="685800"/>
            <a:ext cx="2743200" cy="20574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5400000">
            <a:off x="914400" y="685800"/>
            <a:ext cx="2743200" cy="20574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