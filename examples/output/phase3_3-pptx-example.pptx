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6"/>
    <p:sldId id="257" r:id="rId7"/>
    <p:sldId id="258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theme/theme1.xml" Type="http://schemas.openxmlformats.org/officeDocument/2006/relationships/theme"/><Relationship Id="rId4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 flipH="1">
            <a:off x="914400" y="6858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14400" y="6858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