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6"/>
    <p:sldId id="257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theme/theme1.xml" Type="http://schemas.openxmlformats.org/officeDocument/2006/relationships/theme"/><Relationship Id="rId4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stStyle/>
    </p:titleStyle>
    <p:bodyStyle>
      <a:lstStyle/>
    </p:bodyStyle>
    <p:otherStyle>
      <a:lstStyle/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685800" y="4572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>
                <a:b/>
                <a:sz val="2800"/>
              </a:rPr>
              <a:t>dotnet-poi usage sample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85800" y="13716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t>Text, images, and tables in a generated pptx.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480000">
            <a:off x="914400" y="685800"/>
            <a:ext cx="4572000" cy="3429000"/>
          </a:xfrm>
          <a:prstGeom prst="rect">
            <a:avLst/>
          </a:prstGeom>
        </p:spPr>
      </p:pic>
      <p:graphicFrame>
        <p:nvGraphicFramePr>
          <p:cNvPr id="3" name="Table 3"/>
          <p:cNvGraphicFramePr bwMode="auto"/>
          <p:nvPr/>
        </p:nvGraphicFramePr>
        <p:xfrm>
          <a:off x="5715000" y="914400"/>
          <a:ext cx="2743200" cy="137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371600"/>
                <a:gridCol w="1371600"/>
              </a:tblGrid>
              <a:tr>
                <a:tc>
                  <a:txBody>
                    <a:bodyPr wrap="square"/>
                    <a:lstStyle/>
                    <a:p>
                      <a:r>
                        <a:t>File</a:t>
                      </a:r>
                    </a:p>
                  </a:txBody>
                </a:tc>
                <a:tc>
                  <a:txBody>
                    <a:bodyPr wrap="square"/>
                    <a:lstStyle/>
                    <a:p>
                      <a:r>
                        <a:t>Created</a:t>
                      </a:r>
                    </a:p>
                  </a:txBody>
                </a:tc>
              </a:tr>
              <a:tr>
                <a:tc>
                  <a:txBody>
                    <a:bodyPr wrap="square"/>
                    <a:lstStyle/>
                    <a:p>
                      <a:r>
                        <a:t>pptx</a:t>
                      </a:r>
                    </a:p>
                  </a:txBody>
                </a:tc>
                <a:tc>
                  <a:txBody>
                    <a:bodyPr wrap="square"/>
                    <a:lstStyle/>
                    <a:p>
                      <a:r>
                        <a:t>yes</a:t>
                      </a:r>
                    </a:p>
                  </a:txBody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