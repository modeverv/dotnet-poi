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theme/theme1.xml" Type="http://schemas.openxmlformats.org/officeDocument/2006/relationships/theme"/><Relationship Id="rId4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000" y="100000"/>
            <a:ext cx="4000000" cy="500000"/>
          </a:xfrm>
          <a:prstGeom prst="rect">
            <a:avLst/>
          </a:prstGeom>
        </p:spPr>
        <p:txBody>
          <a:bodyPr/>
          <a:lstStyle/>
          <a:p>
            <a:r>
              <a:rPr>
                <a:b/>
                <a:sz val="1800"/>
              </a:rPr>
              <a:t>Bold text</a:t>
            </a:r>
          </a:p>
          <a:p>
            <a:r>
              <a:rPr>
                <a:i/>
                <a:sz val="1400"/>
              </a:rPr>
              <a:t>Italic text</a:t>
            </a:r>
          </a:p>
        </p:txBody>
      </p:sp>
      <p:graphicFrame>
        <p:nvGraphicFramePr>
          <p:cNvPr id="3" name="Table 3"/>
          <p:cNvGraphicFramePr bwMode="auto"/>
          <p:nvPr/>
        </p:nvGraphicFramePr>
        <p:xfrm>
          <a:off x="100000" y="700000"/>
          <a:ext cx="3000000" cy="150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00000"/>
                <a:gridCol w="1500000"/>
              </a:tblGrid>
              <a:tr>
                <a:tc>
                  <a:txBody>
                    <a:bodyPr wrap="square"/>
                    <a:lstStyle/>
                    <a:p>
                      <a:r>
                        <a:t>Cell A1</a:t>
                      </a:r>
                    </a:p>
                  </a:txBody>
                </a:tc>
                <a:tc>
                  <a:txBody>
                    <a:bodyPr wrap="square"/>
                    <a:lstStyle/>
                    <a:p>
                      <a:r>
                        <a:t>Cell B1</a:t>
                      </a:r>
                    </a:p>
                  </a:txBody>
                </a:tc>
              </a:tr>
              <a:tr>
                <a:tc>
                  <a:txBody>
                    <a:bodyPr wrap="square"/>
                    <a:lstStyle/>
                    <a:p>
                      <a:r>
                        <a:t>Cell A2</a:t>
                      </a:r>
                    </a:p>
                  </a:txBody>
                </a:tc>
                <a:tc>
                  <a:txBody>
                    <a:bodyPr wrap="square"/>
                    <a:lstStyle/>
                    <a:p>
                      <a:r>
                        <a:t>Cell B2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