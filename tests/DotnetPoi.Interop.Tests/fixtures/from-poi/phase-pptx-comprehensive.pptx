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270000000" y="1270000000"/>
            <a:ext cx="2147483647" cy="2147483647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 b="true" sz="1800"/>
              <a:t>Bold Title</a:t>
            </a:r>
          </a:p>
          <a:p>
            <a:r>
              <a:rPr lang="en-US" i="true" sz="1400"/>
              <a:t>Italic 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